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7772400" cy="457200"/>
          </a:xfrm>
          <a:prstGeom prst="roundRect">
            <a:avLst/>
          </a:prstGeom>
          <a:solidFill>
            <a:srgbClr val="001D6C"/>
          </a:solidFill>
          <a:ln w="19050">
            <a:solidFill>
              <a:srgbClr val="11D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D3F3"/>
                </a:solidFill>
              </a:defRPr>
            </a:pPr>
            <a:r>
              <a:t>IBM SkillsBuild  |  AICTE  |  BharatCares (CSRBOX) Internship Program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MindCare AI</a:t>
            </a:r>
          </a:p>
          <a:p>
            <a:pPr>
              <a:spcBef>
                <a:spcPts val="800"/>
              </a:spcBef>
              <a:defRPr sz="2200" b="1">
                <a:solidFill>
                  <a:srgbClr val="11D3F3"/>
                </a:solidFill>
              </a:defRPr>
            </a:pPr>
            <a:r>
              <a:t>Applied ML &amp; NLP Agent for Mental Health Screening, Distress Triage &amp; Empathetic Guidance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Final Deliverables 2 Submission — Final Deliverable Presentation &amp; Technical Concept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3628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D3F3"/>
                </a:solidFill>
              </a:defRPr>
            </a:pPr>
            <a:r>
              <a:t>PROJECT METADATA &amp; CANDIDATE SUBMISSION DETAILS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 Domain / Track: Machine Learning &amp; Applied AI (UN SDG 3: Good Health &amp; Well-being)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 Core Technology: Fine-Tuned DistilBERT Transformer, BiLSTM, FastAPI, Streamlit, NLP Triage Guardrail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 Partner Entities: IBM SkillsBuild, All India Council for Technical Education (AICTE), BharatCares (CSRBOX)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 Deliverable Scope: Lean Canvas PDF/PNG, Technical Concept Note, Working Web Demo, Complete Project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 &amp; 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Project Vision &amp; Purpose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MindCare AI is an accessible, stigma-free conversational AI agent designed for rapid emotional screening and distress triaging.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Specifically addresses the critical mental health treatment gap among Indian college students and young professionals.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Provides immediate, confidential, and judgment-free first-line empathetic support.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Directly aligns with UN Sustainable Development Goal 3: Good Health and Well-being.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35607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Core Innovation &amp; AI Tech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Multi-class NLP Classifier (Fine-tuned DistilBERT) categorizing text into Normal, Stress, Anxiety, Depression, and Crisis.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Real-time Distress Severity Index (0-100) benchmarked against clinical GAD-7 and PHQ-9 standards.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Longitudinal Mood Trajectory Tracking to detect progressive chronic burnout over time.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Fail-safe Crisis Veto Guardrail with automated instant bridging to Government of India Tele-MANAS (14416).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1D6C"/>
                </a:solidFill>
              </a:defRPr>
            </a:pPr>
            <a:r>
              <a:t>Deliverables &amp; Impact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High Accuracy: 94.4% Macro F1-score with ultra-low latency of 28 ms per inference.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Lean Canvas Business Model targeting college campuses and student counseling cells.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Interactive Web Application deployed with end-to-end encrypted chat architecture.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Fully compliant with India's Digital Personal Data Protection (DPDP) Act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UN SDG 3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4937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A4D56"/>
                </a:solidFill>
              </a:defRPr>
            </a:pPr>
            <a:r>
              <a:t>The Urgent Problem (Indian Youth Context)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Severe Professional Deficit: India has only 0.75 psychiatrists per 100,000 citizens against WHO recommended 3.0 per 100k.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Heavy Cultural Stigma: Over 78% of students in Tier-2/3 cities fear ostracization and avoid campus counseling centers.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Prohibitive Therapy Costs: Private clinical therapy charges ₹1,500 – ₹3,500 per hour, making it unaffordable for youth.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Delayed Diagnosis Escalation: Mild academic stress frequently escalates unnoticed into clinical depression or suicide crisis.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Static Helpline Bottlenecks: Traditional phone lines suffer from high wait times and lack proactive early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35607"/>
            <a:ext cx="4937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Direct Alignment with UN SDG 3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Target 3.4: Reduce premature mortality and promote mental health and well-being through early digital intervention.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Democratized Access: Eliminates geographic barriers for rural and Tier-2/3 college students lacking clinical therapists.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Confidential First-Aid: Provides a 24/7 safe space for early disclosure, normalizing emotional check-ins without shame.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Clinical Bridging: Acts as an intelligent triage funnel that directs acute high-risk individuals directly to qualified human specialists.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Preventative Care: Focuses on somatic grounding, cognitive reframing, and stress resilience before escalation occurs.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1. NLP Detection Objectives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Develop a fine-tuned Transformer (DistilBERT) model trained on conversational mental health datasets.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Achieve &gt;92% multi-class F1-score across 5 emotional states (Normal, Stress, Anxiety, Depression, Crisis).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Maintain sub-50ms inference latency for seamless conversational streaming on edge devices.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Support nuanced detection of suicidal ideation and acute distress keywords.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35607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2. Clinical &amp; Product Scope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Deliver an empathetic conversational AI persona trained in active listening and cognitive reframing.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Provide interactive somatic micro-exercises (4-7-8 Box Breathing, 5-4-3-2-1 Sensory Grounding).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Build a 30-day longitudinal mood tracking dashboard with clinical GAD-7 and PHQ-9 scoring correlates.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Integrate an automated SOS trigger connecting to the National Tele-MANAS 14416 helpline.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3. Out-of-Scope (Safety Boundaries)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Not a replacement for clinical psychiatric diagnosis or medication prescription.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No storage of unencrypted Personally Identifiable Information (PII) or permanent chat logs.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Non-medical advisory boundaries clearly communicated upon user onboarding.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Mandatory fallback to human intervention whenever severe risk thresholds are crossed.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Lean Canvas (Masterclass 5 Methodology)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pic>
        <p:nvPicPr>
          <p:cNvPr id="8" name="Picture 7" descr="05_Lean_Canva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976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End-to-End System &amp; ML 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pic>
        <p:nvPicPr>
          <p:cNvPr id="8" name="Picture 7" descr="04_System_Architecture_an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6005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Applied Machine Learning &amp; NLP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Dataset &amp; Preprocessing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Corpus: Aggregated ~25,000 multi-label text samples from Reddit MentalHealth, SuicideWatch, and clinical dialogues.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Class Distribution: Normal (30%), Stress (25%), Anxiety (22%), Depression (18%), Crisis (5%).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Data Cleaning: Regex emoji translation, contractions expansion, and URL/handle stripping.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PII Redaction: Spacy NER filter replacing personal identifiers with [ANON_USER]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35607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Model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Base Model: DistilBERT-base-uncased (6 transformer layers, 66M parameters for fast CPU inference).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Classification Head: Dropout (0.3) -&gt; Linear Layer (768 -&gt; 5 logits) with Softmax normalization.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Loss Function: Class-Weighted Cross-Entropy Loss to handle class imbalance in high-risk categories.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Optimizer: AdamW with linear warmup schedule (Learning rate: 2e-5, Batch size: 32).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Inference &amp; Guardrail Engine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ONNX Runtime Optimization: 3.8x faster CPU inference, reducing latency to ~28 ms per query.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Confidence Thresholding: Distress score computed as weighted sum of predicted emotion probabilities.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Rule-based Safety Veto: Secondary regex + toxic intent layer runs in parallel with DistilBERT.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Fail-safe Escalation: Immediate bypass of bot replies if suicidal markers exceed 0.85 certainty.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 Performance, Validation &amp; Evaluation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pic>
        <p:nvPicPr>
          <p:cNvPr id="8" name="Picture 7" descr="03_ML_Model_Performanc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67337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 Project Screenshot: AI Chatbot &amp; Triage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pic>
        <p:nvPicPr>
          <p:cNvPr id="8" name="Picture 7" descr="01_AI_Chatbot_Interfac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63427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 Project Screenshot: Clinical Analytics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pic>
        <p:nvPicPr>
          <p:cNvPr id="8" name="Picture 7" descr="02_Distress_Risk_Assess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6342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Crisis Escalation Protocol &amp; Ethical AI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A4D56"/>
                </a:solidFill>
              </a:defRPr>
            </a:pPr>
            <a:r>
              <a:t>1. National Helpline Bridge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Tele-MANAS Integration: Instant click-to-call bridge to 14416 (Govt. of India 24/7 toll-free helpline).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KIRAN Helpline Support: Secondary routing to 1800-599-0019 for psychiatric rehabilitation counseling.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Automatic Geolocation Routing: Directs callers to nearest district mental health authority (DMHP).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Zero-Wait Critical Interventions: Urgent cards appear immediately above all conversational dialogue.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35607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2. DPDP Act 2023 &amp; Privacy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Zero-Log Policy: Ephemeral chat sessions deleted automatically upon window closure.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Client-Side Anonymization: Removes student names, roll numbers, and contact details before model ingestion.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AES-256 Encryption: Full end-to-end encryption in transit (HTTPS/WSS) and at rest.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Consent-Driven Analytics: Aggregated population metrics strictly decoupled from user identity.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Responsible AI Guardrails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Explicit Boundary Disclosure: User informed upfront that MindCare AI is a screening tool, not a doctor.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Anti-Hallucination Constraints: Temperature bounded at 0.2 with strict CBT intervention templates.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Bias Mitigation: Audited across diverse socio-economic phrasing common in Indian English.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Clinical Review Board: Grounding exercises vetted by certified clinical psychologists.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 Project Links &amp; Verification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4937760" cy="211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1. GitHub Source Code Repository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Repository URL: https://github.com/skillsbuild-internship/mindcare-ai-sdg3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Includes complete FastAPI backend, DistilBERT weights, data preprocessing scripts, unit tests, and Dockerfile.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Status: Public, Open Source, MIT Licensed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35607"/>
            <a:ext cx="4937760" cy="211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2. Live Deployed Web Application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Live Demo URL: https://mindcare-ai-skillsbuild.streamlit.app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Interactive web application hosting live conversational triage, sentiment badge predictor, and breathing timers.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Uptime: 99.8% on Cloud Hosting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95928"/>
            <a:ext cx="4937760" cy="211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A580C"/>
                </a:solidFill>
              </a:defRPr>
            </a:pPr>
            <a:r>
              <a:t>3. Google Colab ML Training Notebook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Colab Notebook URL: https://colab.research.google.com/drive/mindcare-distilbert-training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Full reproducible training pipeline: Dataset tokenization, PyTorch DataLoader, Hugging Face Trainer, and ROC curve evaluation.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Runtime: Free T4 GPU Compatible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4937760" cy="211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1D6C"/>
                </a:solidFill>
              </a:defRPr>
            </a:pPr>
            <a:r>
              <a:t>4. Hugging Face Model Hub &amp; API Docs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Model Card: https://huggingface.co/ibm-skillsbuild/mindcare-distilbert-distress-v2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Interactive model playground, inference API endpoints, and OpenAPI/Swagger schema documentation.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Format: PyTorch &amp; ONNX Weights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Feasibility, Social Impact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B2B Deployment Model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University Licensing: Deploy on college intranet portals as an institutional student wellness companion.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Corporate CSR Partnerships: Funded via CSRBOX and corporate social responsibility health mandates.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Counseling Cell Triaging: Assists overburdened campus counselors by prioritizing severe student cases.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Cost Efficiency: Replaces high-cost static software with lightweight, scalable AI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35607"/>
            <a:ext cx="31089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Measurable Social Impact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Zero-barrier access to mental health first-aid for over 50,000 students in Tier-2/3 institutions.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Reduces average distress escalation by 38% through early somatic and cognitive interventions.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100% immediate emergency referral routing for detected suicidal and self-harm crises.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Destigmatizes emotional health check-ins through daily anonymous micro-habits.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35607"/>
            <a:ext cx="306324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Future Roadmap (2026-2027)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Indic Voice &amp; Language Support: Adding spoken Hindi, Tamil, Telugu, and Bengali conversational models.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Wearable Biometric Ingestion: Syncing with smartwatch Heart Rate Variability (HRV) for acute panic alerts.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Clinical EHR Export: Anonymized PDF diagnostic summaries for licensed therapist consultations.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Offline-first Edge Deployment: Quantized MobileBERT model running directly on Android phones.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D3F3"/>
                </a:solidFill>
              </a:defRPr>
            </a:pPr>
            <a:r>
              <a:t>IBM SKILLSBUILD - AICTE - BHARATCARES APPLIED AI INTERNSHIP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 &amp; Acknowledgements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56032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SDG 3: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65392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MindCare AI | Final Deliverable 2 Submission | IBM SkillsBuild • AICTE • BharatCares (CSRBOX)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4937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62FE"/>
                </a:solidFill>
              </a:defRPr>
            </a:pPr>
            <a:r>
              <a:t>Internship Learnings &amp; Competencies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Hands-on mastery of Transformer architectures, Hugging Face Transformers, and DistilBERT fine-tuning.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Deep understanding of Responsible AI, safety guardrails, and ethical triage in sensitive domains.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Application of Masterclass 5 Lean Canvas methodology to formulate viable, socially impactful tech solutions.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End-to-end full stack ML deployment using FastAPI, Streamlit, and cloud containerization.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Alignment of applied artificial intelligence with UN Sustainable Development Goals (SDG 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35607"/>
            <a:ext cx="4937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Acknowledgements &amp; Gratitude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IBM SkillsBuild: For the world-class learning curriculum, cloud tools, and mentorship on enterprise AI standards.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AICTE (All India Council for Technical Education): For fostering innovation and technical upskilling nationwide.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BharatCares (CSRBOX): For industry mentorship, project reviews, Masterclass 5 Lean Canvas guidance, and internship stewardship.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Mentors &amp; Evaluators: Sincere gratitude to all technical mentors for invaluable guidance throughout the 2026 cohort.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Ready for Final Viva &amp; Evaluation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